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257" r:id="rId2"/>
    <p:sldId id="656" r:id="rId3"/>
    <p:sldId id="658" r:id="rId4"/>
    <p:sldId id="661" r:id="rId5"/>
    <p:sldId id="662" r:id="rId6"/>
    <p:sldId id="666" r:id="rId7"/>
    <p:sldId id="668" r:id="rId8"/>
    <p:sldId id="670" r:id="rId9"/>
    <p:sldId id="673" r:id="rId10"/>
    <p:sldId id="692" r:id="rId11"/>
    <p:sldId id="676" r:id="rId12"/>
    <p:sldId id="677" r:id="rId13"/>
    <p:sldId id="678" r:id="rId14"/>
    <p:sldId id="697" r:id="rId15"/>
    <p:sldId id="698" r:id="rId16"/>
    <p:sldId id="699" r:id="rId17"/>
    <p:sldId id="700" r:id="rId18"/>
    <p:sldId id="701" r:id="rId19"/>
    <p:sldId id="702" r:id="rId20"/>
    <p:sldId id="703" r:id="rId21"/>
    <p:sldId id="704" r:id="rId22"/>
    <p:sldId id="705" r:id="rId23"/>
    <p:sldId id="706" r:id="rId24"/>
    <p:sldId id="707" r:id="rId25"/>
    <p:sldId id="708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463" autoAdjust="0"/>
    <p:restoredTop sz="94660"/>
  </p:normalViewPr>
  <p:slideViewPr>
    <p:cSldViewPr>
      <p:cViewPr varScale="1">
        <p:scale>
          <a:sx n="128" d="100"/>
          <a:sy n="128" d="100"/>
        </p:scale>
        <p:origin x="2344" y="176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559FE8A-5235-664B-BDDF-A5D1F0C27F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C592F01-3366-4E84-6646-A11D051AD35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4B78A73F-5164-3F1B-9E3F-710EEE24353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8A4CF789-9DA6-9AD7-2C4A-A7E3D3FCDF5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0AEE74DD-FB67-EE43-8B36-20D62C40E6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58BC36D7-A7B9-BEE0-62B9-790B76D4F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45D49F18-4935-1396-8263-A9F4E4489C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7DB2BB01-2876-9A60-807B-F90D03D4661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6789" name="Rectangle 5">
            <a:extLst>
              <a:ext uri="{FF2B5EF4-FFF2-40B4-BE49-F238E27FC236}">
                <a16:creationId xmlns:a16="http://schemas.microsoft.com/office/drawing/2014/main" id="{0EF712EE-FEDA-F5EF-85CC-7782BF5EE13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6790" name="Rectangle 6">
            <a:extLst>
              <a:ext uri="{FF2B5EF4-FFF2-40B4-BE49-F238E27FC236}">
                <a16:creationId xmlns:a16="http://schemas.microsoft.com/office/drawing/2014/main" id="{C5170AC7-EAF7-F7D2-1D9D-5EA31F34B5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6791" name="Rectangle 7">
            <a:extLst>
              <a:ext uri="{FF2B5EF4-FFF2-40B4-BE49-F238E27FC236}">
                <a16:creationId xmlns:a16="http://schemas.microsoft.com/office/drawing/2014/main" id="{D7EE6E9B-42CE-BD04-CFFD-CF63366843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279556B1-52EA-E04D-8AB7-4D64544A1CF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39A0611-AC10-4816-AA8D-CEDBF65DE0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2C13E4-BFCF-0C40-BECF-AE34E6B775F3}" type="slidenum">
              <a:rPr lang="en-US" altLang="en-US" b="0"/>
              <a:pPr eaLnBrk="1" hangingPunct="1"/>
              <a:t>1</a:t>
            </a:fld>
            <a:endParaRPr lang="en-US" altLang="en-US" b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BAFE959-8FC5-B4A3-5F79-FA77104C38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221AA47D-2054-40E8-21D9-E760C85172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D813C4D-1368-568A-D3AA-AD56A477A2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43830D-5B1D-7146-B19D-11F9801E37D7}" type="slidenum">
              <a:rPr lang="en-US" altLang="en-US" b="0"/>
              <a:pPr eaLnBrk="1" hangingPunct="1"/>
              <a:t>2</a:t>
            </a:fld>
            <a:endParaRPr lang="en-US" altLang="en-US" b="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B266EC5-1946-A5BA-EBB2-8D72FB3272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D80D3CD3-3BCE-F2DD-D559-15AB673C5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1293E4E-0799-026C-9326-020CEFB553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8A835BF-7615-D047-8FA0-717A11E6D169}" type="slidenum">
              <a:rPr lang="en-US" altLang="en-US" b="0"/>
              <a:pPr eaLnBrk="1" hangingPunct="1"/>
              <a:t>3</a:t>
            </a:fld>
            <a:endParaRPr lang="en-US" altLang="en-US" b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B49B7F8-F974-1355-859D-365A578A5E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C55B73A-667C-BEB3-4A1C-0F9C74330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9BB6C2E-0A94-A06E-37D0-6B15F9B24F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4B9FF1-9A3E-6245-83CA-0A9AB7874654}" type="slidenum">
              <a:rPr lang="en-US" altLang="en-US" b="0"/>
              <a:pPr eaLnBrk="1" hangingPunct="1"/>
              <a:t>4</a:t>
            </a:fld>
            <a:endParaRPr lang="en-US" altLang="en-US" b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4D3001E-E69F-1F87-CEB2-7863506EA60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D9AD8EC-EA4F-46B5-2466-D049CDC496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86FE7F3-F153-14D8-7ED5-B882A427A3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80F780-0F0F-8B4E-9935-4B47520D8C6F}" type="slidenum">
              <a:rPr lang="en-US" altLang="en-US" b="0"/>
              <a:pPr eaLnBrk="1" hangingPunct="1"/>
              <a:t>5</a:t>
            </a:fld>
            <a:endParaRPr lang="en-US" altLang="en-US" b="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1404D91-A00C-67A2-5BEE-F364399C0C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EF1F8ED-E2CA-B6CA-7553-9BC5EE367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B2303F8-D2EE-6352-D9F5-786FBD7C01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3E0A2E-6FAE-4440-ADBF-2B12A09BCC8A}" type="slidenum">
              <a:rPr lang="en-US" altLang="en-US" b="0"/>
              <a:pPr eaLnBrk="1" hangingPunct="1"/>
              <a:t>6</a:t>
            </a:fld>
            <a:endParaRPr lang="en-US" altLang="en-US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EDD0F93-FAC1-AAC5-2074-0023EB47CA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39391F8B-FB59-4B2A-97B7-7852BF870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73BD9DFE-9DAE-943A-8A12-A35539E4E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973A89-4F06-D949-BEC9-700C4542D0DF}" type="slidenum">
              <a:rPr lang="en-US" altLang="en-US" b="0"/>
              <a:pPr eaLnBrk="1" hangingPunct="1"/>
              <a:t>7</a:t>
            </a:fld>
            <a:endParaRPr lang="en-US" altLang="en-US" b="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BB92D00-E3A4-B627-CF96-F0DEA92B7B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DD11B82-DAF2-98A9-BE81-FEAE3D3EF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63CB12E-A655-BD52-C120-46672C9843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4B0E0A-6255-4142-AF7C-F95AA464D9C6}" type="slidenum">
              <a:rPr lang="en-US" altLang="en-US" b="0"/>
              <a:pPr eaLnBrk="1" hangingPunct="1"/>
              <a:t>8</a:t>
            </a:fld>
            <a:endParaRPr lang="en-US" altLang="en-US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00F7528-A336-BE24-5633-D6E8E34570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0D2C9DF-28D5-E44F-950E-9001B9D53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05A21A4C-3D56-C348-6EA9-1FC8001EC3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5C8200-6CA7-D743-95DA-CE6BA02D6B9C}" type="slidenum">
              <a:rPr lang="en-US" altLang="en-US" b="0"/>
              <a:pPr eaLnBrk="1" hangingPunct="1"/>
              <a:t>9</a:t>
            </a:fld>
            <a:endParaRPr lang="en-US" altLang="en-US" b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DEFDBE17-2494-1F01-7FD5-A57D4FDC2D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3E1C7BA3-959C-6179-0159-DA00CBEC7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0136602-0741-CB54-35F1-FC276F327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CA0880-7052-C148-B394-ED2F5A2B81BA}" type="slidenum">
              <a:rPr lang="en-US" altLang="en-US" b="0"/>
              <a:pPr eaLnBrk="1" hangingPunct="1"/>
              <a:t>10</a:t>
            </a:fld>
            <a:endParaRPr lang="en-US" altLang="en-US" b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04F6A4F-4C7C-6059-EC8A-DB7098DFAAE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797067B-4DE8-89A5-E5B8-5BFC87F2E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9E411DE-96B0-7BDD-2831-3907EAC0C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7318BE-9360-C649-AFB3-759049DCCC4E}" type="slidenum">
              <a:rPr lang="en-US" altLang="en-US" b="0"/>
              <a:pPr eaLnBrk="1" hangingPunct="1"/>
              <a:t>11</a:t>
            </a:fld>
            <a:endParaRPr lang="en-US" altLang="en-US" b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CB939DE-835B-C8F3-DCCF-89723A9A2D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810D451-2EA3-46D1-1634-00F57A3BC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EE8242D7-0D2C-453A-BFD1-F9150DA9CD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5FAB42-28B6-974F-A7B7-AD897E01B326}" type="slidenum">
              <a:rPr lang="en-US" altLang="en-US" b="0"/>
              <a:pPr eaLnBrk="1" hangingPunct="1"/>
              <a:t>12</a:t>
            </a:fld>
            <a:endParaRPr lang="en-US" altLang="en-US" b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5170667-54CB-C55E-F295-1F6BA6BE82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1423EF8-A554-95EA-F26D-4421319EE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F7771259-A5D1-B73C-4811-C1EC60E0E5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026C79-E49D-3D42-AB99-926D790B419F}" type="slidenum">
              <a:rPr lang="en-US" altLang="en-US" b="0"/>
              <a:pPr eaLnBrk="1" hangingPunct="1"/>
              <a:t>13</a:t>
            </a:fld>
            <a:endParaRPr lang="en-US" altLang="en-US" b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76AA749B-8063-B1F0-8FF4-DD0A71F930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3794E7C-7876-678E-F43B-464B9373C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A4003FD-9EFE-D81D-8E7B-64033479A3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36A38E8-4C53-6B4E-A9A5-C4CA7EF7D5A5}" type="slidenum">
              <a:rPr lang="en-US" altLang="en-US" b="0"/>
              <a:pPr eaLnBrk="1" hangingPunct="1"/>
              <a:t>14</a:t>
            </a:fld>
            <a:endParaRPr lang="en-US" altLang="en-US" b="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25B509F-2C0F-8E3E-669A-6B28CCDFCB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1E15714-49F8-CE26-CC4A-04A59D9BE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9B5330C3-16FA-892A-159A-41B6E5A93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399D97-FFB3-C54F-A5AC-9E42D1294493}" type="slidenum">
              <a:rPr lang="en-US" altLang="en-US" b="0"/>
              <a:pPr eaLnBrk="1" hangingPunct="1"/>
              <a:t>15</a:t>
            </a:fld>
            <a:endParaRPr lang="en-US" altLang="en-US" b="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4BFC560-5BD8-93E6-8632-FC529FEEE5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FD2187E-0C66-109F-55AA-3F7CC6DF7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E13018A-954C-E44A-E089-A1BC98B796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BCC869-57C1-4542-9785-BC76EC60E727}" type="slidenum">
              <a:rPr lang="en-US" altLang="en-US" b="0"/>
              <a:pPr eaLnBrk="1" hangingPunct="1"/>
              <a:t>16</a:t>
            </a:fld>
            <a:endParaRPr lang="en-US" altLang="en-US" b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5F1D666A-E942-6B9F-CAD1-0DC84FE3B4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A02051F-584D-5A2C-F0D8-176A49A86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507FAE-CC95-2E56-DA64-292641F8CD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595701-8401-0D45-A024-0C0CD7FFAFF9}" type="slidenum">
              <a:rPr lang="en-US" altLang="en-US" b="0"/>
              <a:pPr eaLnBrk="1" hangingPunct="1"/>
              <a:t>17</a:t>
            </a:fld>
            <a:endParaRPr lang="en-US" altLang="en-US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A851D1F-E326-88BA-2D49-0173499DAE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2F739D65-E23A-670A-29FC-DBBD57F54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073A45F-EE73-E539-DC6A-8EBCE7B1A9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0D2FA0-E21D-A948-AC68-9300D106A022}" type="slidenum">
              <a:rPr lang="en-US" altLang="en-US" b="0"/>
              <a:pPr eaLnBrk="1" hangingPunct="1"/>
              <a:t>18</a:t>
            </a:fld>
            <a:endParaRPr lang="en-US" altLang="en-US" b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030EE63-6888-3B3D-45CA-E6EC0763469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CA7234D-0FCC-8D35-B943-E82DED941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ABFB261-DA99-29D6-F62E-B449ACA73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115D65-BC2D-0F47-94F5-E0658A40435B}" type="slidenum">
              <a:rPr lang="en-US" altLang="en-US" b="0"/>
              <a:pPr eaLnBrk="1" hangingPunct="1"/>
              <a:t>19</a:t>
            </a:fld>
            <a:endParaRPr lang="en-US" altLang="en-US" b="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2C5FE9A-9EFF-05C5-F51B-E166A570D66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417DF771-A2E6-B3A3-986F-B2E08821B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49B41A1-28C5-222E-585F-0E997FF6FE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A9A5DC-3223-D54E-80DB-45B0F82C8DB0}" type="slidenum">
              <a:rPr lang="en-US" altLang="en-US" b="0"/>
              <a:pPr eaLnBrk="1" hangingPunct="1"/>
              <a:t>20</a:t>
            </a:fld>
            <a:endParaRPr lang="en-US" altLang="en-US" b="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63610AC5-14B1-2539-2C5F-7F107170B87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38E2803F-D054-44E0-EFE2-E2BA52A25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2F1633-8457-71A6-4EB4-81737BE1E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CF3FE8-FA35-2F4A-8405-9EE762F65464}" type="slidenum">
              <a:rPr lang="en-US" altLang="en-US" b="0"/>
              <a:pPr eaLnBrk="1" hangingPunct="1"/>
              <a:t>21</a:t>
            </a:fld>
            <a:endParaRPr lang="en-US" altLang="en-US" b="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A40DED2-DD82-FF5C-3B6B-60ECBE1C08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A5D0BB7-C3ED-73BA-BEF2-3DAC763C6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99948E41-003B-D726-DA65-5998F2D146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EE9B597-6CCF-254F-85D2-CE48B58AA440}" type="slidenum">
              <a:rPr lang="en-US" altLang="en-US" b="0"/>
              <a:pPr eaLnBrk="1" hangingPunct="1"/>
              <a:t>22</a:t>
            </a:fld>
            <a:endParaRPr lang="en-US" altLang="en-US" b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0A994A22-BC7F-9585-3155-3B33E42AD2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F879E99-46CD-D3E1-ED57-8ABB6B159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7B0A6E8-1A0A-D8AA-9661-B36C1B331C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24AF5-263B-7A4B-A00C-9C51B0ACB5CB}" type="slidenum">
              <a:rPr lang="en-US" altLang="en-US" b="0"/>
              <a:pPr eaLnBrk="1" hangingPunct="1"/>
              <a:t>23</a:t>
            </a:fld>
            <a:endParaRPr lang="en-US" altLang="en-US" b="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4793D69-ABEA-F940-264B-BDA2F8A5AB6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03C93097-227D-3C6C-C274-8886240BD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281B7515-36B3-3FBA-8CE8-50E0AED1E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6360FC4-1926-8644-B25C-A71C5B0E9E68}" type="slidenum">
              <a:rPr lang="en-US" altLang="en-US" b="0"/>
              <a:pPr eaLnBrk="1" hangingPunct="1"/>
              <a:t>24</a:t>
            </a:fld>
            <a:endParaRPr lang="en-US" altLang="en-US" b="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BD89674-7FA6-2E27-3FC9-604832C04D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6F6EC53-0613-202B-B8F9-23EF3ECC2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1F2E7C2-8A76-49C8-EE19-262A9FEA3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59F778-7F38-774B-98B7-DBCFF3760738}" type="slidenum">
              <a:rPr lang="en-US" altLang="en-US" b="0"/>
              <a:pPr eaLnBrk="1" hangingPunct="1"/>
              <a:t>25</a:t>
            </a:fld>
            <a:endParaRPr lang="en-US" altLang="en-US" b="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FDA3F122-6544-99DF-27EF-5C2CE799B7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3971721-3166-9641-83A8-9DBA7DBC3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133A66A6-DDC4-D694-8DCE-33A318C87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6FA45342-557D-19DC-3576-D6A0893E66D2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302975BA-8AC9-C3F4-7D37-27F2CB8CC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65E3462A-3B5D-0FE5-45A9-DCA60373B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BA9A87D-F2B4-1569-3B21-FE28667AE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103A1610-2B2F-8714-8B4C-AD313BC8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9E2278EB-BC37-83EB-1EC4-F134B49F5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5A7730EE-60ED-DF79-7CC9-EF7F5324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C6C06DEE-E924-632F-4E3B-5FBECBA9E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F31762C0-BE12-C7BD-33FC-651A53AB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622A08C1-9E0B-022A-0012-776CAE5A6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6C04580-8E77-984A-6E69-CB0A04E68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56B4851C-C9C3-8A12-7371-959E6C7CC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1CEF9FF5-655E-9FB5-CFC6-F9AB40F90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B5AF9A42-7883-981C-1B4D-067D17B7B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777F796A-A4E2-B8D8-EE1C-0F4309287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4A1A819-336E-9307-3ADC-315CA06D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F7E47EB1-08BD-5C6A-7AE8-F15EAD458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3E950AB3-881D-2BF3-57C1-E62605663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F1E5A97C-22B2-858B-39C5-A9DF73B8F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6C5FB178-619E-2159-72D8-2EB73C2F8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2963AD12-37FC-206D-F374-DB4403D16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D9BD4CF-931B-68FD-267D-3932A9D9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994D0F47-85EC-D087-FC1B-76348D5E3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69F7E26A-02B0-A873-45C9-932F3DF17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C315F16E-42D5-89BB-CFFD-1D94AE65A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F066C8E3-8A77-4442-517A-FA8CD30F6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0DA7D118-82ED-1410-1A98-1652D57FA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7EA5A176-6455-1501-BDE6-CC169B8AE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2A0F1DFD-EA14-5BAB-2ED9-F612DD5AD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1E4DDB5F-2C15-EB3E-A42D-F4E946C4E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9C33BB5-6E02-D16E-122A-F4CC8AA18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10995136-E680-0E1A-AA18-8B02E872D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A517D210-0B01-E0E9-E815-4449A822D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0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73BC3265-09AA-1D50-5ABC-BBDDEE21B2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DBA33A6D-097B-CFA4-1959-3E836BD097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D422A15D-EE5E-ED11-6BDD-4F202CE432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/>
            </a:lvl1pPr>
          </a:lstStyle>
          <a:p>
            <a:fld id="{77245E39-02CD-7043-B242-15E657B0C7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483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413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152900" cy="5138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719263"/>
            <a:ext cx="4152900" cy="5138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624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817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17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62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54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27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84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22238"/>
            <a:ext cx="2114550" cy="6735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191250" cy="6735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173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152900" cy="513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719263"/>
            <a:ext cx="4152900" cy="513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0696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152900" cy="513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719263"/>
            <a:ext cx="4152900" cy="2492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364038"/>
            <a:ext cx="4152900" cy="2493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332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B698F186-6986-139C-9F16-22B08E0FD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BFDB4C-708E-DA62-120C-5A59DD45A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DB4B63-FEA4-1C6A-57AC-668454D70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458200" cy="513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9" name="Group 8">
            <a:extLst>
              <a:ext uri="{FF2B5EF4-FFF2-40B4-BE49-F238E27FC236}">
                <a16:creationId xmlns:a16="http://schemas.microsoft.com/office/drawing/2014/main" id="{1874A1B0-D2A8-E366-4594-EE789F820863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0" name="Oval 9">
              <a:extLst>
                <a:ext uri="{FF2B5EF4-FFF2-40B4-BE49-F238E27FC236}">
                  <a16:creationId xmlns:a16="http://schemas.microsoft.com/office/drawing/2014/main" id="{C98E47C7-9980-B16C-7B9A-638496962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1" name="Oval 10">
              <a:extLst>
                <a:ext uri="{FF2B5EF4-FFF2-40B4-BE49-F238E27FC236}">
                  <a16:creationId xmlns:a16="http://schemas.microsoft.com/office/drawing/2014/main" id="{BD86F4B6-2B01-27A1-FB4A-73D2AA2C7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2" name="Oval 11">
              <a:extLst>
                <a:ext uri="{FF2B5EF4-FFF2-40B4-BE49-F238E27FC236}">
                  <a16:creationId xmlns:a16="http://schemas.microsoft.com/office/drawing/2014/main" id="{6AA83593-44A4-7E1F-E7B8-20BECA9D7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3" name="Oval 12">
              <a:extLst>
                <a:ext uri="{FF2B5EF4-FFF2-40B4-BE49-F238E27FC236}">
                  <a16:creationId xmlns:a16="http://schemas.microsoft.com/office/drawing/2014/main" id="{F5A94CFB-B331-DF34-B112-097685065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4" name="Oval 13">
              <a:extLst>
                <a:ext uri="{FF2B5EF4-FFF2-40B4-BE49-F238E27FC236}">
                  <a16:creationId xmlns:a16="http://schemas.microsoft.com/office/drawing/2014/main" id="{A1EB9902-FC4C-ECFB-8002-9F1584FF9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5" name="Oval 14">
              <a:extLst>
                <a:ext uri="{FF2B5EF4-FFF2-40B4-BE49-F238E27FC236}">
                  <a16:creationId xmlns:a16="http://schemas.microsoft.com/office/drawing/2014/main" id="{5A531565-3359-321B-616A-2AE285896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6" name="Oval 15">
              <a:extLst>
                <a:ext uri="{FF2B5EF4-FFF2-40B4-BE49-F238E27FC236}">
                  <a16:creationId xmlns:a16="http://schemas.microsoft.com/office/drawing/2014/main" id="{B63525CE-1A68-ECC8-E632-48214E2A3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7" name="Oval 16">
              <a:extLst>
                <a:ext uri="{FF2B5EF4-FFF2-40B4-BE49-F238E27FC236}">
                  <a16:creationId xmlns:a16="http://schemas.microsoft.com/office/drawing/2014/main" id="{724A90F6-262A-FC76-C090-AF8A48612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8" name="Oval 17">
              <a:extLst>
                <a:ext uri="{FF2B5EF4-FFF2-40B4-BE49-F238E27FC236}">
                  <a16:creationId xmlns:a16="http://schemas.microsoft.com/office/drawing/2014/main" id="{9598D273-C0D3-427A-8951-F6931AC6F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39" name="Oval 18">
              <a:extLst>
                <a:ext uri="{FF2B5EF4-FFF2-40B4-BE49-F238E27FC236}">
                  <a16:creationId xmlns:a16="http://schemas.microsoft.com/office/drawing/2014/main" id="{D89E9D24-04D0-70D8-6538-2B976275A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0" name="Oval 19">
              <a:extLst>
                <a:ext uri="{FF2B5EF4-FFF2-40B4-BE49-F238E27FC236}">
                  <a16:creationId xmlns:a16="http://schemas.microsoft.com/office/drawing/2014/main" id="{2072A3A9-613F-0A11-0940-C8ACD492B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1" name="Oval 20">
              <a:extLst>
                <a:ext uri="{FF2B5EF4-FFF2-40B4-BE49-F238E27FC236}">
                  <a16:creationId xmlns:a16="http://schemas.microsoft.com/office/drawing/2014/main" id="{E5FB29B0-EE33-B490-8FE2-32D5847F0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2" name="Oval 21">
              <a:extLst>
                <a:ext uri="{FF2B5EF4-FFF2-40B4-BE49-F238E27FC236}">
                  <a16:creationId xmlns:a16="http://schemas.microsoft.com/office/drawing/2014/main" id="{048BB096-7145-1BD2-94F9-FA471EEC9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3" name="Oval 22">
              <a:extLst>
                <a:ext uri="{FF2B5EF4-FFF2-40B4-BE49-F238E27FC236}">
                  <a16:creationId xmlns:a16="http://schemas.microsoft.com/office/drawing/2014/main" id="{B0BD75B5-316A-3AE7-5463-167F4E66F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4" name="Oval 23">
              <a:extLst>
                <a:ext uri="{FF2B5EF4-FFF2-40B4-BE49-F238E27FC236}">
                  <a16:creationId xmlns:a16="http://schemas.microsoft.com/office/drawing/2014/main" id="{323D758B-2B64-C8A3-8622-51948F93A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5" name="Oval 24">
              <a:extLst>
                <a:ext uri="{FF2B5EF4-FFF2-40B4-BE49-F238E27FC236}">
                  <a16:creationId xmlns:a16="http://schemas.microsoft.com/office/drawing/2014/main" id="{0FAF7626-30DC-78AF-6497-00FFD2F7A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6" name="Oval 25">
              <a:extLst>
                <a:ext uri="{FF2B5EF4-FFF2-40B4-BE49-F238E27FC236}">
                  <a16:creationId xmlns:a16="http://schemas.microsoft.com/office/drawing/2014/main" id="{C42BD382-B698-5212-34FF-A52251CC9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7" name="Oval 26">
              <a:extLst>
                <a:ext uri="{FF2B5EF4-FFF2-40B4-BE49-F238E27FC236}">
                  <a16:creationId xmlns:a16="http://schemas.microsoft.com/office/drawing/2014/main" id="{94C647B5-BB23-A8E4-5DB7-C27E824E5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8" name="Oval 27">
              <a:extLst>
                <a:ext uri="{FF2B5EF4-FFF2-40B4-BE49-F238E27FC236}">
                  <a16:creationId xmlns:a16="http://schemas.microsoft.com/office/drawing/2014/main" id="{94BD11DF-E315-3B71-B21C-029EFEFBA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49" name="Oval 28">
              <a:extLst>
                <a:ext uri="{FF2B5EF4-FFF2-40B4-BE49-F238E27FC236}">
                  <a16:creationId xmlns:a16="http://schemas.microsoft.com/office/drawing/2014/main" id="{7E89AD19-1AE9-58FA-0293-8CBFE3BD7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0" name="Oval 29">
              <a:extLst>
                <a:ext uri="{FF2B5EF4-FFF2-40B4-BE49-F238E27FC236}">
                  <a16:creationId xmlns:a16="http://schemas.microsoft.com/office/drawing/2014/main" id="{E6ECE887-508F-9B52-DA8F-3A85DDED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1" name="Oval 30">
              <a:extLst>
                <a:ext uri="{FF2B5EF4-FFF2-40B4-BE49-F238E27FC236}">
                  <a16:creationId xmlns:a16="http://schemas.microsoft.com/office/drawing/2014/main" id="{96663C86-4FAD-0879-A6D7-A32337C8A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2" name="Oval 31">
              <a:extLst>
                <a:ext uri="{FF2B5EF4-FFF2-40B4-BE49-F238E27FC236}">
                  <a16:creationId xmlns:a16="http://schemas.microsoft.com/office/drawing/2014/main" id="{261E6D9A-5D34-688B-7D58-A4DA0D388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3" name="Oval 32">
              <a:extLst>
                <a:ext uri="{FF2B5EF4-FFF2-40B4-BE49-F238E27FC236}">
                  <a16:creationId xmlns:a16="http://schemas.microsoft.com/office/drawing/2014/main" id="{23088F94-5B4F-8766-AC13-5ED14BF7E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4" name="Oval 33">
              <a:extLst>
                <a:ext uri="{FF2B5EF4-FFF2-40B4-BE49-F238E27FC236}">
                  <a16:creationId xmlns:a16="http://schemas.microsoft.com/office/drawing/2014/main" id="{D23A7FE6-58BD-1592-D06D-ED1909A58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5" name="Oval 34">
              <a:extLst>
                <a:ext uri="{FF2B5EF4-FFF2-40B4-BE49-F238E27FC236}">
                  <a16:creationId xmlns:a16="http://schemas.microsoft.com/office/drawing/2014/main" id="{2FD0B9F4-1491-1CD3-E394-D15A1B31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6" name="Oval 35">
              <a:extLst>
                <a:ext uri="{FF2B5EF4-FFF2-40B4-BE49-F238E27FC236}">
                  <a16:creationId xmlns:a16="http://schemas.microsoft.com/office/drawing/2014/main" id="{C946134F-99A1-91D6-1A6D-1DB69C960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7" name="Oval 36">
              <a:extLst>
                <a:ext uri="{FF2B5EF4-FFF2-40B4-BE49-F238E27FC236}">
                  <a16:creationId xmlns:a16="http://schemas.microsoft.com/office/drawing/2014/main" id="{A8FD8038-71A5-13B5-333F-5A37962D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8" name="Oval 37">
              <a:extLst>
                <a:ext uri="{FF2B5EF4-FFF2-40B4-BE49-F238E27FC236}">
                  <a16:creationId xmlns:a16="http://schemas.microsoft.com/office/drawing/2014/main" id="{51674D0D-DDB2-BA50-099D-26B8B43C3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59" name="Oval 38">
              <a:extLst>
                <a:ext uri="{FF2B5EF4-FFF2-40B4-BE49-F238E27FC236}">
                  <a16:creationId xmlns:a16="http://schemas.microsoft.com/office/drawing/2014/main" id="{D29ACBE6-C212-96A2-BAC2-E494CC77A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  <p:sp>
          <p:nvSpPr>
            <p:cNvPr id="1060" name="Oval 39">
              <a:extLst>
                <a:ext uri="{FF2B5EF4-FFF2-40B4-BE49-F238E27FC236}">
                  <a16:creationId xmlns:a16="http://schemas.microsoft.com/office/drawing/2014/main" id="{5EF1C265-CAFD-9AE7-0F66-DB0DEC5B3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altLang="en-US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F98915F-8BE9-FB15-DD17-56DA3F45D5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Lecture </a:t>
            </a:r>
            <a:r>
              <a:rPr lang="en-US" altLang="ko-KR">
                <a:ea typeface="굴림" panose="020B0600000101010101" pitchFamily="34" charset="-127"/>
              </a:rPr>
              <a:t>1</a:t>
            </a:r>
            <a:br>
              <a:rPr lang="en-US" altLang="ko-KR">
                <a:ea typeface="굴림" panose="020B0600000101010101" pitchFamily="34" charset="-127"/>
              </a:rPr>
            </a:br>
            <a:r>
              <a:rPr lang="en-US" altLang="ko-KR">
                <a:ea typeface="굴림" panose="020B0600000101010101" pitchFamily="34" charset="-127"/>
              </a:rPr>
              <a:t> </a:t>
            </a:r>
            <a:r>
              <a:rPr lang="en-US" altLang="en-US" sz="4800"/>
              <a:t>Introduction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AC8D828-252B-6AEE-D338-DDD45EB161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CS331 Introduction to C++ and Object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  <a:r>
              <a:rPr lang="en-US" altLang="en-US" dirty="0"/>
              <a:t>Oriented Programming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BDF2F2D-3F9D-D38C-F6E3-D14B096ED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Procedural Programming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6F97C14-C311-A894-67FC-A85E6545DD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/>
            <a:r>
              <a:rPr lang="en-US" altLang="en-US"/>
              <a:t>Procedural programs consist of a series of steps or procedures that follow one another</a:t>
            </a:r>
          </a:p>
          <a:p>
            <a:pPr eaLnBrk="1" hangingPunct="1"/>
            <a:r>
              <a:rPr lang="en-US" altLang="en-US"/>
              <a:t>The problem was broken down into small, specific steps </a:t>
            </a:r>
          </a:p>
          <a:p>
            <a:pPr eaLnBrk="1" hangingPunct="1"/>
            <a:r>
              <a:rPr lang="en-US" altLang="en-US"/>
              <a:t>Earliest languages that supported it exhibited two disadvantages</a:t>
            </a:r>
          </a:p>
          <a:p>
            <a:pPr lvl="1" eaLnBrk="1" hangingPunct="1"/>
            <a:r>
              <a:rPr lang="en-US" altLang="ko-KR">
                <a:ea typeface="굴림" panose="020B0600000101010101" pitchFamily="34" charset="-127"/>
              </a:rPr>
              <a:t>I</a:t>
            </a:r>
            <a:r>
              <a:rPr lang="en-US" altLang="en-US"/>
              <a:t>nadequate for programming-in-the-large</a:t>
            </a:r>
          </a:p>
          <a:p>
            <a:pPr lvl="1" eaLnBrk="1" hangingPunct="1"/>
            <a:r>
              <a:rPr lang="en-US" altLang="ko-KR">
                <a:ea typeface="굴림" panose="020B0600000101010101" pitchFamily="34" charset="-127"/>
              </a:rPr>
              <a:t>R</a:t>
            </a:r>
            <a:r>
              <a:rPr lang="en-US" altLang="en-US"/>
              <a:t>esulted in code redundancy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19E88EA-98B5-03F3-F524-14B50346E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Modules</a:t>
            </a:r>
            <a:r>
              <a:rPr lang="en-US" altLang="ko-KR">
                <a:ea typeface="굴림" panose="020B0600000101010101" pitchFamily="34" charset="-127"/>
              </a:rPr>
              <a:t> &amp; </a:t>
            </a:r>
            <a:r>
              <a:rPr lang="en-US" altLang="en-US"/>
              <a:t>Abstraction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88C23E2-1869-EEB4-3E31-F6C941E568D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/>
            <a:r>
              <a:rPr lang="en-US" altLang="en-US" sz="2400"/>
              <a:t>These shortcomings were overcome by the development of modules</a:t>
            </a:r>
            <a:endParaRPr lang="en-US" altLang="en-US"/>
          </a:p>
          <a:p>
            <a:pPr eaLnBrk="1" hangingPunct="1"/>
            <a:r>
              <a:rPr lang="en-US" altLang="en-US" sz="2400"/>
              <a:t>A module is a programming construct that allows a group of statements to be referenced by a single name</a:t>
            </a:r>
            <a:endParaRPr lang="en-US" altLang="ko-KR" sz="2400"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/>
              <a:t>Abstraction is the process of paying attention to important details while ignoring irrelevant ones </a:t>
            </a:r>
            <a:endParaRPr lang="en-US" altLang="ko-KR" sz="2400"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/>
              <a:t>Modules offer three advantages</a:t>
            </a:r>
          </a:p>
          <a:p>
            <a:pPr lvl="1" eaLnBrk="1" hangingPunct="1"/>
            <a:r>
              <a:rPr lang="en-US" altLang="en-US" sz="2000"/>
              <a:t>Can take direct advantage of our power of abstraction</a:t>
            </a:r>
          </a:p>
          <a:p>
            <a:pPr lvl="1" eaLnBrk="1" hangingPunct="1"/>
            <a:r>
              <a:rPr lang="en-US" altLang="en-US" sz="2000"/>
              <a:t>Programming task may be distributed among several programmers</a:t>
            </a:r>
          </a:p>
          <a:p>
            <a:pPr lvl="1" eaLnBrk="1" hangingPunct="1"/>
            <a:r>
              <a:rPr lang="en-US" altLang="en-US" sz="2000"/>
              <a:t>Can reuse code within and across applications</a:t>
            </a:r>
            <a:endParaRPr lang="en-US" alt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C824979-86B5-F6C1-7848-C7A07B074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C++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748A2D7-0BEC-8749-D118-5D37C6F333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/>
            <a:r>
              <a:rPr lang="en-US" altLang="en-US"/>
              <a:t>C++, an extension of C, was developed by Bjarne Stroustrup in 1979 at Bell Laboratories</a:t>
            </a:r>
          </a:p>
          <a:p>
            <a:pPr eaLnBrk="1" hangingPunct="1"/>
            <a:r>
              <a:rPr lang="en-US" altLang="en-US"/>
              <a:t>Hybrid Language (C or OOP)</a:t>
            </a:r>
          </a:p>
          <a:p>
            <a:pPr eaLnBrk="1" hangingPunct="1"/>
            <a:r>
              <a:rPr lang="en-US" altLang="en-US"/>
              <a:t>Consists of classes and functions</a:t>
            </a:r>
          </a:p>
          <a:p>
            <a:pPr eaLnBrk="1" hangingPunct="1"/>
            <a:r>
              <a:rPr lang="en-US" altLang="en-US"/>
              <a:t>Rich collection of existing classes and functions (C++ Standard Library)</a:t>
            </a:r>
          </a:p>
          <a:p>
            <a:pPr eaLnBrk="1" hangingPunct="1"/>
            <a:r>
              <a:rPr lang="en-US" altLang="en-US"/>
              <a:t>Files end with .cpp or .C extension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B0DCE9A-70E7-8856-8C03-6727D35CE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Structure of C Program </a:t>
            </a: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7AF6735-DD39-EE79-F039-1FD4EBA8BC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solidFill>
                  <a:srgbClr val="0000FF"/>
                </a:solidFill>
                <a:ea typeface="굴림" panose="020B0600000101010101" pitchFamily="34" charset="-127"/>
              </a:rPr>
              <a:t>// Preprocessor commands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#include &lt;iostream&gt;</a:t>
            </a:r>
            <a:r>
              <a:rPr lang="en-US" altLang="ko-KR" sz="2000">
                <a:ea typeface="굴림" panose="020B0600000101010101" pitchFamily="34" charset="-127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000">
              <a:ea typeface="굴림" panose="020B0600000101010101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solidFill>
                  <a:srgbClr val="0000FF"/>
                </a:solidFill>
                <a:ea typeface="굴림" panose="020B0600000101010101" pitchFamily="34" charset="-127"/>
              </a:rPr>
              <a:t>// Methods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void compareInteger()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{	std::cout &lt;&lt; "(100 &gt; 50) = "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		&lt;&lt; (100 &gt; 50) &lt;&lt; std::endl;}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void compareChar()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{	std::cout &lt;&lt; "('A' &gt; 'B') = "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		&lt;&lt; ('A' &gt; 'B') &lt;&lt; std::endl;}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000">
              <a:ea typeface="굴림" panose="020B0600000101010101" pitchFamily="34" charset="-127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solidFill>
                  <a:srgbClr val="0000FF"/>
                </a:solidFill>
                <a:ea typeface="굴림" panose="020B0600000101010101" pitchFamily="34" charset="-127"/>
              </a:rPr>
              <a:t>// Main method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void main()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{	compareInteger();	compareChar(); }</a:t>
            </a: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A775C1D-0747-3DE4-0045-39CC21A97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Preprocessor Directives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BBEA7FA-526A-43D0-90D0-D1FF4FF21E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#include &lt;iostream&gt;</a:t>
            </a:r>
            <a:endParaRPr lang="en-US" altLang="ko-KR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Before compilation begins source code is processed by C++ preprocessor</a:t>
            </a:r>
          </a:p>
          <a:p>
            <a:pPr eaLnBrk="1" hangingPunct="1"/>
            <a:r>
              <a:rPr lang="en-US" altLang="en-US"/>
              <a:t>Directives are commands to the preprocessor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#include</a:t>
            </a:r>
            <a:r>
              <a:rPr lang="en-US" altLang="en-US"/>
              <a:t> used to incorporate source code from external file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  <a:latin typeface="Courier New" panose="02070309020205020404" pitchFamily="49" charset="0"/>
              </a:rPr>
              <a:t>iostream</a:t>
            </a:r>
            <a:r>
              <a:rPr lang="en-US" altLang="en-US">
                <a:solidFill>
                  <a:srgbClr val="0000FF"/>
                </a:solidFill>
              </a:rPr>
              <a:t> is a library file containing declarations for stream I/O operations</a:t>
            </a:r>
          </a:p>
          <a:p>
            <a:pPr eaLnBrk="1" hangingPunct="1"/>
            <a:r>
              <a:rPr lang="en-US" altLang="en-US"/>
              <a:t>Must be included for programs use I/O</a:t>
            </a:r>
            <a:r>
              <a:rPr lang="en-US" altLang="ko-KR">
                <a:ea typeface="굴림" panose="020B0600000101010101" pitchFamily="34" charset="-127"/>
              </a:rPr>
              <a:t> </a:t>
            </a:r>
            <a:endParaRPr lang="en-US" altLang="en-US"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823462-746F-420D-15B0-94436FC17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Stream Output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1C51107-4F8B-6879-4D99-A2510B909A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std::cout &lt;&lt; "Welcome to C++!\n";</a:t>
            </a:r>
          </a:p>
          <a:p>
            <a:pPr eaLnBrk="1" hangingPunct="1"/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/>
              <a:t>I/O accomplished with streams of chars</a:t>
            </a:r>
          </a:p>
          <a:p>
            <a:pPr eaLnBrk="1" hangingPunct="1"/>
            <a:r>
              <a:rPr lang="en-US" altLang="en-US" sz="2400">
                <a:latin typeface="Courier New" panose="02070309020205020404" pitchFamily="49" charset="0"/>
              </a:rPr>
              <a:t>cout</a:t>
            </a:r>
            <a:r>
              <a:rPr lang="en-US" altLang="en-US" sz="2400"/>
              <a:t> is the standard output stream object (screen)</a:t>
            </a:r>
          </a:p>
          <a:p>
            <a:pPr eaLnBrk="1" hangingPunct="1"/>
            <a:r>
              <a:rPr lang="en-US" altLang="en-US" sz="2400"/>
              <a:t>&lt;&lt; is the output stream operator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/>
          </a:p>
          <a:p>
            <a:pPr eaLnBrk="1" hangingPunct="1"/>
            <a:r>
              <a:rPr lang="en-US" altLang="en-US" sz="2400"/>
              <a:t>\n is an escape character and generates new line</a:t>
            </a:r>
            <a:endParaRPr lang="en-US" altLang="ko-KR" sz="2400"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>
                <a:latin typeface="Courier New" panose="02070309020205020404" pitchFamily="49" charset="0"/>
              </a:rPr>
              <a:t>std::</a:t>
            </a: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endl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ko-KR" sz="2400">
                <a:ea typeface="굴림" panose="020B0600000101010101" pitchFamily="34" charset="-127"/>
              </a:rPr>
              <a:t>does the same operation</a:t>
            </a:r>
          </a:p>
          <a:p>
            <a:pPr lvl="1" eaLnBrk="1" hangingPunct="1"/>
            <a:r>
              <a:rPr lang="en-US" altLang="en-US" sz="2000"/>
              <a:t>Output a newline then flushes the output buffer</a:t>
            </a:r>
          </a:p>
          <a:p>
            <a:pPr eaLnBrk="1" hangingPunct="1"/>
            <a:r>
              <a:rPr lang="en-US" altLang="en-US" sz="2400"/>
              <a:t>\t - tab, \r - CR, \a - BELL, \\ - backslash,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/>
              <a:t>    \” - double-quote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E81F723-8170-C08A-B6DF-FCAAD7E10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Old Style Program</a:t>
            </a:r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766F887-7FE1-9EA5-F186-3A702CF240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iostream.h</a:t>
            </a:r>
            <a:r>
              <a:rPr lang="en-US" altLang="en-US" sz="240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2400">
                <a:latin typeface="Courier New" panose="02070309020205020404" pitchFamily="49" charset="0"/>
              </a:rPr>
              <a:t> &lt;&lt; "Welcome to C++\n";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b="0"/>
              <a:t> 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&lt;iostream.h&gt; </a:t>
            </a:r>
            <a:r>
              <a:rPr lang="en-US" altLang="en-US" sz="2400"/>
              <a:t>: Old style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&lt;iostream&gt;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/>
              <a:t>  Standard library header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51A519F-6F2C-E7C2-32F6-38E7AA9CB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Stream Input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D499538-A821-A5D5-CAEE-8BFA1C9F60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Courier New" panose="02070309020205020404" pitchFamily="49" charset="0"/>
              </a:rPr>
              <a:t>std::cin &gt;&gt; integer1;</a:t>
            </a:r>
          </a:p>
          <a:p>
            <a:pPr eaLnBrk="1" hangingPunct="1"/>
            <a:endParaRPr lang="en-US" altLang="ko-KR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>
                <a:latin typeface="Courier New" panose="02070309020205020404" pitchFamily="49" charset="0"/>
              </a:rPr>
              <a:t>cin</a:t>
            </a:r>
            <a:r>
              <a:rPr lang="en-US" altLang="en-US"/>
              <a:t> is the standard input stream object (keyboard)</a:t>
            </a:r>
          </a:p>
          <a:p>
            <a:pPr eaLnBrk="1" hangingPunct="1"/>
            <a:r>
              <a:rPr lang="en-US" altLang="en-US"/>
              <a:t>&gt;&gt; is the stream extraction operator</a:t>
            </a:r>
          </a:p>
          <a:p>
            <a:pPr eaLnBrk="1" hangingPunct="1"/>
            <a:r>
              <a:rPr lang="en-US" altLang="en-US"/>
              <a:t>Operand receives value user enters</a:t>
            </a:r>
          </a:p>
          <a:p>
            <a:pPr eaLnBrk="1" hangingPunct="1"/>
            <a:r>
              <a:rPr lang="en-US" altLang="en-US"/>
              <a:t>User input terminated with ENTER key, then send keystroke to the PC</a:t>
            </a:r>
          </a:p>
          <a:p>
            <a:pPr lvl="2" eaLnBrk="1" hangingPunct="1"/>
            <a:endParaRPr lang="en-US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F81872C-8A2E-1C4B-16FF-02C247822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Simple Program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0ECA271-93D3-D4EC-49CA-76404390B1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#include &lt;iostream&gt;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int main()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int integer1, integer2, sum;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std::cout &lt;&lt; "Enter first integer\n";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std::cin &gt;&gt; integer1;</a:t>
            </a:r>
            <a:r>
              <a:rPr lang="en-US" altLang="en-US" sz="2000">
                <a:latin typeface="Courier New" panose="02070309020205020404" pitchFamily="49" charset="0"/>
              </a:rPr>
              <a:t>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std::cout &lt;&lt; "Enter second integer\n";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std::cin &gt;&gt; integer2;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   sum = integer1 + integer2;</a:t>
            </a:r>
            <a:r>
              <a:rPr lang="en-US" altLang="en-US" sz="2000">
                <a:latin typeface="Courier New" panose="02070309020205020404" pitchFamily="49" charset="0"/>
              </a:rPr>
              <a:t>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std::cout &lt;&lt; "Sum is " &lt;&lt; sum &lt;&lt; std::endl;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return 0;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</a:p>
          <a:p>
            <a:pPr lvl="2" eaLnBrk="1" hangingPunct="1"/>
            <a:endParaRPr lang="en-US" altLang="en-US" sz="22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08642F3-53FE-A3C3-ACA5-C05FD8383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Stream </a:t>
            </a:r>
            <a:r>
              <a:rPr lang="en-US" altLang="ko-KR">
                <a:ea typeface="굴림" panose="020B0600000101010101" pitchFamily="34" charset="-127"/>
              </a:rPr>
              <a:t>M</a:t>
            </a:r>
            <a:r>
              <a:rPr lang="en-US" altLang="en-US"/>
              <a:t>anipulator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1017197-08A0-FF41-E3A0-F35414704F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400">
                <a:solidFill>
                  <a:srgbClr val="0000FF"/>
                </a:solidFill>
                <a:latin typeface="Courier New" panose="02070309020205020404" pitchFamily="49" charset="0"/>
                <a:ea typeface="굴림" panose="020B0600000101010101" pitchFamily="34" charset="-127"/>
              </a:rPr>
              <a:t>s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td::cout &lt;&lt; “Sum is “ &lt;&lt; sum &lt;&lt; std::endl;</a:t>
            </a:r>
            <a:endParaRPr lang="en-US" altLang="en-US" sz="2400" b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/>
              <a:t>Multiple stream insertion operators =&gt; concatenate operands</a:t>
            </a:r>
          </a:p>
          <a:p>
            <a:pPr lvl="2"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B99AE02-AD42-6A54-922A-78F1A1D97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Simple Program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4BA56C-D862-9255-17EF-5CE5793D25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#include &lt;iostream&gt;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0000FF"/>
                </a:solidFill>
                <a:latin typeface="Courier New" panose="02070309020205020404" pitchFamily="49" charset="0"/>
              </a:rPr>
              <a:t>using std::</a:t>
            </a:r>
            <a:r>
              <a:rPr lang="en-US" altLang="en-US" sz="1800" dirty="0" err="1">
                <a:solidFill>
                  <a:srgbClr val="0000FF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solidFill>
                  <a:srgbClr val="0000FF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using std::</a:t>
            </a:r>
            <a:r>
              <a:rPr lang="en-US" altLang="en-US" sz="1800" dirty="0" err="1">
                <a:latin typeface="Courier New" panose="02070309020205020404" pitchFamily="49" charset="0"/>
              </a:rPr>
              <a:t>cin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using std::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int main() 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int num1, num2;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"Enter two integers, and I will tell you\n"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    &lt;&lt; ”if they are equal or not: 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0000FF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800" dirty="0" err="1">
                <a:solidFill>
                  <a:srgbClr val="0000FF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dirty="0">
                <a:solidFill>
                  <a:srgbClr val="0000FF"/>
                </a:solidFill>
                <a:latin typeface="Courier New" panose="02070309020205020404" pitchFamily="49" charset="0"/>
              </a:rPr>
              <a:t> &gt;&gt; num1 &gt;&gt; num2;   // read two integers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0000FF"/>
                </a:solidFill>
                <a:latin typeface="Courier New" panose="02070309020205020404" pitchFamily="49" charset="0"/>
              </a:rPr>
              <a:t>   if ( num1 == num2 )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num1 &lt;&lt; " is equal to " &lt;&lt; num2 &lt;&lt; 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if ( num1 != num2 )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 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 &lt;&lt; num1 &lt;&lt; " is not equal to " &lt;&lt; num2 &lt;&lt; 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 return 0;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E566D4E-3786-8C56-7A99-E0F2FD1E2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Statements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01F6EEB-C993-7165-FE70-D984071427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using std::cout;</a:t>
            </a:r>
            <a:endParaRPr lang="en-US" altLang="ko-KR" sz="2400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using std::cin;</a:t>
            </a:r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using std::endl; </a:t>
            </a:r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r>
              <a:rPr lang="en-US" altLang="en-US" sz="2400"/>
              <a:t>Using statements eliminate the need to prefix the standard I/O stream objects with </a:t>
            </a:r>
            <a:r>
              <a:rPr lang="en-US" altLang="en-US" sz="2400">
                <a:latin typeface="Courier New" panose="02070309020205020404" pitchFamily="49" charset="0"/>
              </a:rPr>
              <a:t>std::</a:t>
            </a:r>
          </a:p>
          <a:p>
            <a:pPr eaLnBrk="1" hangingPunct="1"/>
            <a:r>
              <a:rPr lang="en-US" altLang="en-US" sz="2400"/>
              <a:t>Typically placed immediately after include directive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	using namespace std;</a:t>
            </a:r>
            <a:endParaRPr lang="en-US" altLang="ko-KR" sz="2400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eaLnBrk="1" hangingPunct="1"/>
            <a:endParaRPr lang="en-US" altLang="en-US" sz="2400"/>
          </a:p>
          <a:p>
            <a:pPr lvl="2" eaLnBrk="1" hangingPunct="1">
              <a:buFont typeface="Wingding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C5A79A-E898-FCD7-6CE2-BA95B3A66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Case Study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3E79640-843D-29CC-EBA5-6AD9891EBAF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r>
              <a:rPr lang="en-US" altLang="en-US"/>
              <a:t>Write a C++ program that reads characters from your keyboard, up to a period character. Display the following information:</a:t>
            </a:r>
          </a:p>
          <a:p>
            <a:pPr lvl="1"/>
            <a:r>
              <a:rPr lang="en-US" altLang="en-US" sz="2800"/>
              <a:t>Number of  uppercase characters.</a:t>
            </a:r>
          </a:p>
          <a:p>
            <a:pPr lvl="1"/>
            <a:r>
              <a:rPr lang="en-US" altLang="en-US" sz="2800"/>
              <a:t>Number of  lowercase characters.</a:t>
            </a:r>
          </a:p>
          <a:p>
            <a:pPr lvl="1"/>
            <a:r>
              <a:rPr lang="en-US" altLang="en-US" sz="2800"/>
              <a:t>Number of  digits.</a:t>
            </a:r>
          </a:p>
          <a:p>
            <a:pPr lvl="1"/>
            <a:r>
              <a:rPr lang="en-US" altLang="en-US" sz="2800"/>
              <a:t>Number of  other characters.</a:t>
            </a:r>
          </a:p>
          <a:p>
            <a:pPr lvl="1"/>
            <a:r>
              <a:rPr lang="en-US" altLang="en-US" sz="2800"/>
              <a:t>Total number of characters.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6D642ED-45C7-DAA5-0E60-0B0B579DD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E4F5D1F-30C5-4683-86C7-E897AB0FF5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initialize counters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read ch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while not a period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increment total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if ch is uppercase 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</a:t>
            </a:r>
            <a:r>
              <a:rPr lang="en-US" altLang="en-US" sz="2000">
                <a:latin typeface="Courier New" panose="02070309020205020404" pitchFamily="49" charset="0"/>
              </a:rPr>
              <a:t>then increment upper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else if ch is lowercase 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</a:t>
            </a:r>
            <a:r>
              <a:rPr lang="en-US" altLang="en-US" sz="2000">
                <a:latin typeface="Courier New" panose="02070309020205020404" pitchFamily="49" charset="0"/>
              </a:rPr>
              <a:t>then increment lower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else if ch is digit 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</a:t>
            </a:r>
            <a:r>
              <a:rPr lang="en-US" altLang="en-US" sz="2000">
                <a:latin typeface="Courier New" panose="02070309020205020404" pitchFamily="49" charset="0"/>
              </a:rPr>
              <a:t>then increment digits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else increment other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read ch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endwhile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display counters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87CDC26-7670-373A-57DC-B10FB8B71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Skeleton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088168B-7E68-00F0-503C-B15968E6AD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#include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using namespace std;</a:t>
            </a:r>
          </a:p>
          <a:p>
            <a:pPr>
              <a:buFont typeface="Wingdings" pitchFamily="2" charset="2"/>
              <a:buNone/>
            </a:pPr>
            <a:endParaRPr lang="en-US" altLang="en-US" sz="2400">
              <a:latin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main()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return 0;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3CA1E7E-513B-4C89-C127-1475868F2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Variable Declarations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B7646A5-2043-1C88-0F37-2A1C81F54D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char ch;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total = 0;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upper = 0;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lower = 0;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digits = 0;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int other = 0;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02209E9-1E20-7A02-2894-2F2FDAB02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Structure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550F19F-EB3C-F4EB-CE26-D93A6A8EB49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cout &lt;&lt; “Input …: </a:t>
            </a:r>
            <a:r>
              <a:rPr lang="en-US" altLang="ko-KR" sz="2400">
                <a:latin typeface="Courier New" panose="02070309020205020404" pitchFamily="49" charset="0"/>
                <a:ea typeface="굴림" panose="020B0600000101010101" pitchFamily="34" charset="-127"/>
              </a:rPr>
              <a:t>“</a:t>
            </a:r>
            <a:r>
              <a:rPr lang="en-US" altLang="en-US" sz="2400">
                <a:latin typeface="Courier New" panose="02070309020205020404" pitchFamily="49" charset="0"/>
              </a:rPr>
              <a:t>;</a:t>
            </a:r>
          </a:p>
          <a:p>
            <a:pPr>
              <a:buFont typeface="Wingdings" pitchFamily="2" charset="2"/>
              <a:buNone/>
            </a:pPr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cin &gt;&gt; ch;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while ( ch != ‘.’ 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	total++;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	cin &gt;&gt; ch;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6B2C46C-3514-54AE-ADE4-3A69F74FD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for Character Subsets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307B73E-594D-3B52-45F6-3886B87AEE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if (ch &gt;= ‘A’ &amp;&amp; ch &lt;= ‘Z’)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upper++;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else if (ch &gt;= ‘a’ &amp;&amp; ch &lt;= ‘z’)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lower++;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else if (ch &gt;= ‘0’ &amp;&amp; ch &lt;= ‘9’)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digits++;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else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other++;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2EFF2F4-9C87-DB71-881D-161C47267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Alternate Loop Structure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3A0F171-B5C2-DE44-8E24-2010070A02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cout &lt;&lt; “Input a line of characters terminated by a period: “;</a:t>
            </a:r>
          </a:p>
          <a:p>
            <a:pPr>
              <a:buFont typeface="Wingdings" pitchFamily="2" charset="2"/>
              <a:buNone/>
            </a:pPr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while ( 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(ch = cin.get()) != ‘.’</a:t>
            </a:r>
            <a:r>
              <a:rPr lang="en-US" altLang="en-US" sz="2400">
                <a:latin typeface="Courier New" panose="02070309020205020404" pitchFamily="49" charset="0"/>
              </a:rPr>
              <a:t> 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	total++;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	…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D6B3183-A23B-4F7B-2735-14D777113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Another Alternate Loop Structure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416D9BB-35ED-4C2D-19B0-2D128980B3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cout &lt;&lt; “Input a line of characters terminated by CTL-Z: “;</a:t>
            </a:r>
          </a:p>
          <a:p>
            <a:pPr>
              <a:buFont typeface="Wingdings" pitchFamily="2" charset="2"/>
              <a:buNone/>
            </a:pPr>
            <a:endParaRPr lang="en-US" altLang="ko-KR" sz="24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while ( 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</a:rPr>
              <a:t>(ch = cin.get()) != EOF</a:t>
            </a:r>
            <a:r>
              <a:rPr lang="en-US" altLang="en-US" sz="2400">
                <a:latin typeface="Courier New" panose="02070309020205020404" pitchFamily="49" charset="0"/>
              </a:rPr>
              <a:t> )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	total++;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	…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C3C34F5-3FD1-1F9A-037C-B22DA01B0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Displaying Results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3F9287D-03C4-B1E9-1950-8C91A151B0B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cout &lt;&lt; upper &lt;&lt; " uppercase, "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&lt;&lt; lower &lt;&lt; " lowercase, "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&lt;&lt; digits &lt;&lt; " digits, "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&lt;&lt; other &lt;&lt; " others" &lt;&lt; endl;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cout &lt;&lt; total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&lt;&lt; " characters total"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&lt;&lt; endl;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AA980D-722E-C31E-242F-998918B9A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Format Control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09DDC17-492C-2AA3-B80E-0C997FA440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r>
              <a:rPr lang="en-US" altLang="en-US" sz="2400"/>
              <a:t>C++ has a rich set of stream manipulators to control the format of output</a:t>
            </a:r>
          </a:p>
          <a:p>
            <a:r>
              <a:rPr lang="en-US" altLang="en-US" sz="2400"/>
              <a:t>Subset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setw(</a:t>
            </a:r>
            <a:r>
              <a:rPr lang="en-US" altLang="en-US" i="1">
                <a:latin typeface="Courier New" panose="02070309020205020404" pitchFamily="49" charset="0"/>
              </a:rPr>
              <a:t>width</a:t>
            </a:r>
            <a:r>
              <a:rPr lang="en-US" altLang="en-US">
                <a:latin typeface="Courier New" panose="02070309020205020404" pitchFamily="49" charset="0"/>
              </a:rPr>
              <a:t>)</a:t>
            </a:r>
            <a:r>
              <a:rPr lang="en-US" altLang="ko-KR">
                <a:latin typeface="Courier New" panose="02070309020205020404" pitchFamily="49" charset="0"/>
                <a:ea typeface="굴림" panose="020B0600000101010101" pitchFamily="34" charset="-127"/>
              </a:rPr>
              <a:t>  </a:t>
            </a:r>
            <a:endParaRPr lang="en-US" altLang="en-US">
              <a:latin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/>
              <a:t>Printed in a field with of width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setw(4) </a:t>
            </a:r>
            <a:endParaRPr lang="en-US" altLang="ko-KR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>
                <a:ea typeface="굴림" panose="020B0600000101010101" pitchFamily="34" charset="-127"/>
              </a:rPr>
              <a:t>	</a:t>
            </a:r>
            <a:r>
              <a:rPr lang="en-US" altLang="en-US"/>
              <a:t>4 Chars field</a:t>
            </a:r>
          </a:p>
          <a:p>
            <a:pPr lvl="1">
              <a:buFont typeface="Wingdings" pitchFamily="2" charset="2"/>
              <a:buNone/>
            </a:pPr>
            <a:r>
              <a:rPr lang="en-US" altLang="en-US"/>
              <a:t>	When less than 4 chars =&gt; right justified 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setprecision( </a:t>
            </a:r>
            <a:r>
              <a:rPr lang="en-US" altLang="en-US" i="1">
                <a:latin typeface="Courier New" panose="02070309020205020404" pitchFamily="49" charset="0"/>
              </a:rPr>
              <a:t>digits</a:t>
            </a:r>
            <a:r>
              <a:rPr lang="en-US" altLang="en-US">
                <a:latin typeface="Courier New" panose="02070309020205020404" pitchFamily="49" charset="0"/>
              </a:rPr>
              <a:t> 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</a:t>
            </a:r>
            <a:r>
              <a:rPr lang="en-US" altLang="en-US"/>
              <a:t>Digit of precision to the right of decimal point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	 setprecision(2) =&gt; xx.xx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70ECDE8-BD16-578E-28C8-0D95DE944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Format Control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493965E-E2E8-9709-0CD6-D95E1DFAE65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 lvl="1"/>
            <a:r>
              <a:rPr lang="en-US" altLang="en-US">
                <a:latin typeface="Courier New" panose="02070309020205020404" pitchFamily="49" charset="0"/>
              </a:rPr>
              <a:t>setiosflags(ios::flag)</a:t>
            </a:r>
          </a:p>
          <a:p>
            <a:pPr lvl="2"/>
            <a:r>
              <a:rPr lang="en-US" altLang="en-US">
                <a:latin typeface="Courier New" panose="02070309020205020404" pitchFamily="49" charset="0"/>
              </a:rPr>
              <a:t>fixed </a:t>
            </a:r>
            <a:r>
              <a:rPr lang="en-US" altLang="en-US"/>
              <a:t>: Fixed point format</a:t>
            </a:r>
          </a:p>
          <a:p>
            <a:pPr lvl="2"/>
            <a:r>
              <a:rPr lang="en-US" altLang="en-US">
                <a:latin typeface="Courier New" panose="02070309020205020404" pitchFamily="49" charset="0"/>
              </a:rPr>
              <a:t>showpoint</a:t>
            </a:r>
            <a:r>
              <a:rPr lang="en-US" altLang="en-US"/>
              <a:t>: Print decimal point and trailing zeros</a:t>
            </a:r>
          </a:p>
          <a:p>
            <a:pPr lvl="2"/>
            <a:r>
              <a:rPr lang="en-US" altLang="en-US"/>
              <a:t>may combine with |</a:t>
            </a:r>
          </a:p>
          <a:p>
            <a:r>
              <a:rPr lang="en-US" altLang="en-US" sz="2400">
                <a:latin typeface="Courier New" panose="02070309020205020404" pitchFamily="49" charset="0"/>
              </a:rPr>
              <a:t>#include &lt;iomanip&gt;</a:t>
            </a:r>
          </a:p>
          <a:p>
            <a:r>
              <a:rPr lang="en-US" altLang="en-US" sz="2400"/>
              <a:t>Don’t forget “using”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		</a:t>
            </a:r>
            <a:r>
              <a:rPr lang="en-US" altLang="en-US" sz="2400">
                <a:latin typeface="Courier New" panose="02070309020205020404" pitchFamily="49" charset="0"/>
              </a:rPr>
              <a:t>using std::setw;</a:t>
            </a:r>
          </a:p>
          <a:p>
            <a:pPr>
              <a:buFont typeface="Wingdings" pitchFamily="2" charset="2"/>
              <a:buNone/>
            </a:pPr>
            <a:r>
              <a:rPr lang="en-US" altLang="en-US" sz="2400"/>
              <a:t>		</a:t>
            </a:r>
            <a:r>
              <a:rPr lang="en-US" altLang="en-US" sz="2400">
                <a:latin typeface="Courier New" panose="02070309020205020404" pitchFamily="49" charset="0"/>
              </a:rPr>
              <a:t>using std::setprecision;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A4A7941-E668-0256-B23E-86ACF13D4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Formatting Example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1CE9EC4-6CA9-1480-F12D-3BBFF976E0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138737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age = 42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;</a:t>
            </a:r>
            <a:r>
              <a:rPr lang="en-US" altLang="en-US" sz="2000">
                <a:latin typeface="Courier New" panose="02070309020205020404" pitchFamily="49" charset="0"/>
              </a:rPr>
              <a:t> weight = 155.67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;</a:t>
            </a: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cout &lt;&lt;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setprecision(1)</a:t>
            </a:r>
            <a:r>
              <a:rPr lang="en-US" altLang="en-US" sz="2000">
                <a:latin typeface="Courier New" panose="02070309020205020404" pitchFamily="49" charset="0"/>
              </a:rPr>
              <a:t> &lt;&lt; 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setiosflags(ios::showpoint | ios::fixed);</a:t>
            </a:r>
            <a:endParaRPr lang="en-US" altLang="ko-KR" sz="2000">
              <a:solidFill>
                <a:srgbClr val="0000FF"/>
              </a:solidFill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cout &lt;&lt; "Age = " &lt;&lt; </a:t>
            </a:r>
            <a:r>
              <a:rPr lang="en-US" altLang="en-US" sz="2000">
                <a:solidFill>
                  <a:srgbClr val="0000FF"/>
                </a:solidFill>
                <a:latin typeface="Courier New" panose="02070309020205020404" pitchFamily="49" charset="0"/>
              </a:rPr>
              <a:t>setw(4)</a:t>
            </a:r>
            <a:r>
              <a:rPr lang="en-US" altLang="en-US" sz="2000">
                <a:latin typeface="Courier New" panose="02070309020205020404" pitchFamily="49" charset="0"/>
              </a:rPr>
              <a:t> &lt;&lt; age &lt;&lt; 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</a:t>
            </a:r>
            <a:r>
              <a:rPr lang="en-US" altLang="en-US" sz="2000">
                <a:latin typeface="Courier New" panose="02070309020205020404" pitchFamily="49" charset="0"/>
              </a:rPr>
              <a:t>", Weight = " &lt;&lt; weight &lt;&lt; endl;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latin typeface="Courier New" panose="02070309020205020404" pitchFamily="49" charset="0"/>
              </a:rPr>
              <a:t>Age = bb42, Weight = 155.7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cout &lt;&lt; "Age = " &lt;&lt; setw(1) &lt;&lt; age &lt;&lt; 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</a:t>
            </a:r>
            <a:r>
              <a:rPr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		</a:t>
            </a:r>
            <a:r>
              <a:rPr lang="en-US" altLang="en-US" sz="2000">
                <a:latin typeface="Courier New" panose="02070309020205020404" pitchFamily="49" charset="0"/>
              </a:rPr>
              <a:t>", Weight = “ &lt;&lt; weight &lt;&lt; endl;</a:t>
            </a:r>
            <a:endParaRPr lang="en-US" altLang="ko-KR" sz="2000">
              <a:latin typeface="Courier New" panose="02070309020205020404" pitchFamily="49" charset="0"/>
              <a:ea typeface="굴림" panose="020B0600000101010101" pitchFamily="34" charset="-127"/>
            </a:endParaRPr>
          </a:p>
          <a:p>
            <a:pPr>
              <a:lnSpc>
                <a:spcPct val="80000"/>
              </a:lnSpc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latin typeface="Courier New" panose="02070309020205020404" pitchFamily="49" charset="0"/>
              </a:rPr>
              <a:t>Age = 42, Weight = 155.7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ko-KR" sz="2000">
                <a:solidFill>
                  <a:srgbClr val="0000FF"/>
                </a:solidFill>
                <a:ea typeface="굴림" panose="020B0600000101010101" pitchFamily="34" charset="-127"/>
              </a:rPr>
              <a:t>When u</a:t>
            </a:r>
            <a:r>
              <a:rPr lang="en-US" altLang="en-US" sz="2000">
                <a:solidFill>
                  <a:srgbClr val="0000FF"/>
                </a:solidFill>
              </a:rPr>
              <a:t>se format: Values are rounded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solidFill>
                  <a:srgbClr val="0000FF"/>
                </a:solidFill>
              </a:rPr>
              <a:t>Stream manipulator in effect till</a:t>
            </a:r>
            <a:r>
              <a:rPr lang="en-US" altLang="ko-KR" sz="2000">
                <a:solidFill>
                  <a:srgbClr val="0000FF"/>
                </a:solidFill>
                <a:ea typeface="굴림" panose="020B0600000101010101" pitchFamily="34" charset="-127"/>
              </a:rPr>
              <a:t> </a:t>
            </a:r>
            <a:r>
              <a:rPr lang="en-US" altLang="en-US" sz="2000">
                <a:solidFill>
                  <a:srgbClr val="0000FF"/>
                </a:solidFill>
              </a:rPr>
              <a:t>changed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3614</TotalTime>
  <Words>1407</Words>
  <Application>Microsoft Macintosh PowerPoint</Application>
  <PresentationFormat>On-screen Show (4:3)</PresentationFormat>
  <Paragraphs>257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Wingdings</vt:lpstr>
      <vt:lpstr>굴림</vt:lpstr>
      <vt:lpstr>Courier New</vt:lpstr>
      <vt:lpstr>Times New Roman</vt:lpstr>
      <vt:lpstr>Network</vt:lpstr>
      <vt:lpstr>Lecture 1  Introduction</vt:lpstr>
      <vt:lpstr>Procedural Programming</vt:lpstr>
      <vt:lpstr>Modules &amp; Abstraction</vt:lpstr>
      <vt:lpstr>Introduction to C++</vt:lpstr>
      <vt:lpstr>Structure of C Program </vt:lpstr>
      <vt:lpstr>Preprocessor Directives</vt:lpstr>
      <vt:lpstr>Stream Output</vt:lpstr>
      <vt:lpstr>Old Style Program</vt:lpstr>
      <vt:lpstr>Stream Input</vt:lpstr>
      <vt:lpstr>Another Simple Program</vt:lpstr>
      <vt:lpstr>Stream Manipulator</vt:lpstr>
      <vt:lpstr>Another Simple Program</vt:lpstr>
      <vt:lpstr>Using Statements</vt:lpstr>
      <vt:lpstr>Case Study</vt:lpstr>
      <vt:lpstr>Design</vt:lpstr>
      <vt:lpstr>Program Skeleton</vt:lpstr>
      <vt:lpstr>Variable Declarations</vt:lpstr>
      <vt:lpstr>Loop Structure</vt:lpstr>
      <vt:lpstr>Testing for Character Subsets</vt:lpstr>
      <vt:lpstr>Alternate Loop Structure</vt:lpstr>
      <vt:lpstr>Another Alternate Loop Structure</vt:lpstr>
      <vt:lpstr>Displaying Results</vt:lpstr>
      <vt:lpstr>Format Control</vt:lpstr>
      <vt:lpstr>Format Control </vt:lpstr>
      <vt:lpstr>Formatting Example</vt:lpstr>
    </vt:vector>
  </TitlesOfParts>
  <Company>IPFW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 Introduction</dc:title>
  <dc:creator>BKim</dc:creator>
  <cp:lastModifiedBy>MD Romael Haque</cp:lastModifiedBy>
  <cp:revision>299</cp:revision>
  <dcterms:created xsi:type="dcterms:W3CDTF">2005-01-06T19:26:35Z</dcterms:created>
  <dcterms:modified xsi:type="dcterms:W3CDTF">2024-08-27T01:03:54Z</dcterms:modified>
</cp:coreProperties>
</file>